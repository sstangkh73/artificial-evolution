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 ผมชิษณุพงศ์ จากโรงเรียนดีบุกพังงาวิทยายน โครงงานของผมเริ่มจากคำถามเดียว — ถ้าเราปล่อยปัญญาประดิษฐ์ลงในโลกที่ไม่มีใครบอกอะไรเลย มันจะเรียนรู้เองได้ไหมว่าอะไรกินได้ อะไรเป็นพิษ และผมเจอสิ่งที่ไม่คาดคิด คือ พิษที่หายได้ตามเวลา กลับหลอกให้ AI กินพิษมากขึ้น ไม่ใช่น้อยลง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ที่เก่งที่สุดวันนี้อย่าง GPT เก่งได้เพราะมนุษย์ป้อนข้อมูลที่ปักป้ายกำกับไว้ให้มหาศาล แต่ในโลกจริงหลายที่ มนุษย์เองก็ไม่รู้คำตอบและปักป้ายให้ไม่ได้ เช่น หุ่นยนต์กู้ภัยที่ต้องตัดสินเองว่าสารตรงนั้นอันตรายไหม ยิ่งไปกว่านั้น อันตรายในธรรมชาติมักเปลี่ยนตามเวลา ผลไม้ดิบมีพิษ พอสุกกินได้ เก็บนานก็เน่าเป็นพิษ ใกล้ตัวเราคือเห็ดป่าที่คนไทยเก็บกินแล้วเสียชีวิตแทบทุกปี คำถามคือ AI ที่เรียนรู้เองแบบง่ายจะรับมืออันตรายที่เปลี่ยนตามเวลาได้ไหม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ผมสร้างโลกจำลองสิ่งมีชีวิต 2 มิติ ที่ตัวละคร AI ต้องหากินเพื่ออยู่รอด กฎเหล็กคือไม่มีป้ายบอกอะไรเลย โลกไม่บอกว่าอะไรมีค่าหรือมีพิษ AI ต้องเรียนเองจากพลังงานสุทธิที่ได้รับจริง กินคำหนึ่งได้พลังงานเท่าไรก็จดจำค่าไว้ ครั้งต่อไปถึงตัดสินใจว่าจะกินหรือข้าม ระบบนี้ผ่านการทดสอบ 93 จาก 93 รายการ และรันซ้ำได้ค่าเดิม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ก่อนอื่นต้องพิสูจน์ว่ากลไกเรียนเองทำงานจริง ผมให้ AI อยู่ในโลกที่มีอาหาร 2 แบบ ค่าต่างกัน 5 เท่า โดยไม่บอกว่าอันไหนดีกว่า ผลคือกลุ่มที่เปิดการเรียนรู้กินอาหารค่าต่ำน้อยกว่า 4.6 เท่าเทียบกลุ่มที่ปิด ทดสอบ 10 รอบ ได้ p เท่ากับ 0.0002 และแยกขาดสมบูรณ์ และหลักฐานที่ผมภูมิใจที่สุด จากเอเจนต์ 12 ตัว ไม่มีสักตัวเดียวที่เมินอาหารค่าต่ำโดยไม่เคยชิมของที่ดีกว่าก่อน แปลว่าการเปลี่ยนพฤติกรรมมาจากประสบการณ์ตรงของแต่ละตัว ไม่ใช่กฎที่ผมเขียนใส่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ทีนี้ใส่อาหารที่มีพิษคงที่ AI เริ่มจากลองชิม พอรู้ว่าไม่คุ้มก็เลี่ยงเองตลอด ความน่าจะเป็นที่เลือกกินลดจากเกือบ 100% เหลือใกล้ศูนย์ภายในไม่กี่รอบ โดยที่ผมไม่ได้เขียนกฎให้เลี่ยงเลย มันเรียนจากผลจริงล้วน ๆ สรุปว่ากลไกเรียนรู้ของเราทำงานถูกต้องทั้งเรื่องคุณค่าอาหารและพิษคงที่ นี่คือรากฐาน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แล้วนี่คือสิ่งที่ไม่คาดคิด ผมทำให้พิษเหมือนจริงขึ้น คืออาหารสดมีพิษ แต่เก็บไว้แล้วหายพิษและให้พลังงานสูง ปัญหาคือ AI มองไม่ออกว่าชิ้นไหนสดชิ้นไหนเก่า เห็นแค่ว่าเป็นผลไม้ มันเลยเรียนได้แค่ค่าเฉลี่ยของสองสภาพ ซึ่งดันสูงกว่าอาหารปลอดภัย ผลคือ AI จัดผลไม้พิษเป็นอาหารดีที่สุดแล้วมุ่งเข้าหา แม้พิษจะโผล่ถึง 30% ของครั้ง ก็ยังมี AI ถึง 63% ที่ถูกหลอก และกินพิษจริงราว 30% ของมื้อ พูดง่าย ๆ คือการที่พิษหายได้กลับด้านจากการเลี่ยงเป็นการไล่ล่า ความปลอดภัยแบบมีบางช่วงอันตรายกว่าพิษที่คงที่เสียอีก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เพื่อพิสูจน์ว่าไม่ใช่ข้อบกพร่องเฉพาะระบบผม ผมทดสอบซ้ำด้วยกฎการเรียนรู้มาตรฐาน 4 แบบ เกิด lure กับทุกแบบ และยิ่งกฎฉลาดสำรวจเก่ง ยิ่งถูกหลอกหนักขึ้น softmax ถูกหลอกสูงถึง 99% และเมื่อผมทำพิษให้ซับซ้อนขึ้น มีช่วงปลอดภัยตรงกลาง AI เล็งช่วงปลอดภัยนั้นไม่ได้เลย ความสามารถแยกเท่ากับ 0 เพราะกฎง่าย ๆ ว่าเก่ากว่าปลอดภัยกว่าใช้ไม่ได้อีกต่อไป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ข้อค้นพบนี้ให้หลักการความปลอดภัย AI ที่ใช้ได้กว้าง AI ที่ตัดสินจากชนิดของสิ่งของจะพลาดเมื่ออันตรายขึ้นกับสภาพอย่างอายุหรือเวลาที่มันมองไม่เห็น และอันตรายที่โผล่เป็นบางช่วงมักถูกประเมินต่ำและอันตรายกว่าอันตรายที่คงที่ เพราะมันดึงค่าเฉลี่ยให้ดูดีแล้วล่อเข้าไป เรื่องนี้สำคัญกับ AI คัดกรองความปลอดภัยของอาหารหรือสิ่งแวดล้อม เช่น ระบบเตือนเห็ดพิษ อาหารหมักดองที่ปลอดภัยเป็นช่วงเวลา หรือหุ่นยนต์ที่ทำงานในที่ที่อันตรายเปลี่ยนไปเรื่อย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ผมขอพูดตรง ๆ ว่าอะไรพิสูจน์แล้วและอะไรยังไม่ ที่พิสูจน์แล้วคือ AI เรียนเลือกอาหารและเลี่ยงพิษคงที่ได้เอง และการเรียนแบบต่อชนิดถูกหลอกด้วยพิษที่หายได้จริง ส่วนที่ยังไม่อ้างคือ ผมไม่ได้บอกว่า AI เข้าใจหรือมีเจตนา และผลนี้วัดจากค่าที่ AI รับรู้ในสภาพควบคุม ยังไม่ได้วัดการตายจริงในประชากรที่แข่งขัน ความซื่อตรงตรงนี้คือจุดแข็งของงาน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สรุปคือ ปัญญาประดิษฐ์เรียนรู้เองได้จริงโดยไม่ต้องมีป้าย แต่เมื่ออันตรายเปลี่ยนตามเวลา มันถูกหลอกให้ไล่ล่าอันตรายได้ ทางแก้ไม่ใช่กลับไปปักป้ายทุกอย่าง แต่คือให้ AI รับรู้สัญญาณบอกสภาพ เช่น ความสด งานต่อไปของผมคือทดสอบว่า AI จะเรียนรู้ที่จะเก็บอาหารไว้ให้หายพิษก่อนกินได้เองไหม ขอบคุณครับ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B7791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กับดักพิษแปรผัน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78638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การศึกษาพฤติกรรมการเรียนรู้เพื่อหลีกเลี่ยงอันตรายของ</a:t>
            </a:r>
            <a:b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</a:b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ปัญญาประดิษฐ์ในสภาพแวดล้อมจำลอง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FC6BD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บทเรียนความปลอดภัยของ AI ในโลกที่อันตรายเปลี่ยนตามเวลา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นายชิษณุพงศ์ อินทร์จันทร์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FE3DA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โรงเรียนดีบุกพังงาวิทยายน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1828800"/>
            <a:ext cx="2834640" cy="2834640"/>
          </a:xfrm>
          <a:prstGeom prst="ellipse">
            <a:avLst/>
          </a:prstGeom>
          <a:solidFill>
            <a:srgbClr val="B2352E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0" y="1828800"/>
            <a:ext cx="283464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63–99%</a:t>
            </a:r>
            <a:endParaRPr lang="en-US" sz="4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BE3E0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ถูกหลอกให้จัด</a:t>
            </a:r>
            <a:endParaRPr lang="en-US" sz="4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BE3E0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พิษเป็นอาหารดีที่สุด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ทำไมต้องเรียนเองโดยไม่มีป้าย?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03504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ที่เก่งที่สุดวันนี้ (เช่น GPT) เก่งเพราะมนุษย์ "ปักป้าย" ข้อมูลให้ล่วงหน้า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แต่ในโลกจริงหลายที่ มนุษย์เองก็ปักป้ายให้ไม่ได้ (พื้นที่ภัยพิบัติ ใต้ทะเล ดาวดวงอื่น)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ยิ่งกว่านั้น อันตรายมัก "เปลี่ยนตามเวลา" — ผลไม้ดิบมีพิษ พอสุกกินได้ เน่าเป็นพิษ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ใกล้ตัว: เห็ดป่าพิษที่คนไทยเก็บกินแล้วเสียชีวิตแทบทุกปี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0"/>
            <a:ext cx="4572000" cy="3108960"/>
          </a:xfrm>
          <a:prstGeom prst="roundRect">
            <a:avLst>
              <a:gd name="adj" fmla="val 3529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2103120"/>
            <a:ext cx="39319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6E56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คำถามวิจัย</a:t>
            </a:r>
            <a:endParaRPr lang="en-US" sz="1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ถ้าไม่มีป้ายให้ AI จะเรียนรู้เองได้ไหม และ "ปลอดภัย" แค่ไหน เมื่ออันตรายเปลี่ยนไปตามเวลา?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สิ่งที่สร้าง: โลกจำลองที่ไม่มีป้ายกำกับ</a:t>
            </a:r>
            <a:endParaRPr lang="en-US" sz="3000" dirty="0"/>
          </a:p>
        </p:txBody>
      </p:sp>
      <p:pic>
        <p:nvPicPr>
          <p:cNvPr id="5" name="Image 0" descr="C:\artificial-evolution\reports\figures\fig_world_overview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1417320"/>
            <a:ext cx="6309360" cy="3886200"/>
          </a:xfrm>
          <a:prstGeom prst="rect">
            <a:avLst/>
          </a:prstGeom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73736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โลกจำลองสิ่งมีชีวิต 2 มิติ ที่ AI ต้องหากินเพื่ออยู่รอด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กฎเหล็ก: ไม่มีป้ายบอกว่าอะไรมีค่า/มีพิษ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เรียนเองจาก "พลังงานสุทธิที่ได้รับจริง"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ผ่านการทดสอบอัตโนมัติ 93/93 และรันซ้ำได้ผลเดิม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องก์ 1 (รากฐาน): AI เรียนเลือกอาหารคุ้มค่าได้เอง</a:t>
            </a:r>
            <a:endParaRPr lang="en-US" sz="3000" dirty="0"/>
          </a:p>
        </p:txBody>
      </p:sp>
      <p:pic>
        <p:nvPicPr>
          <p:cNvPr id="5" name="Image 0" descr="C:\artificial-evolution\reports\figures\fig_multiseed_seed_consumption_CI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554480"/>
            <a:ext cx="5577840" cy="3474720"/>
          </a:xfrm>
          <a:prstGeom prst="rect">
            <a:avLst/>
          </a:prstGeom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0" y="1572768"/>
            <a:ext cx="1645920" cy="1572768"/>
          </a:xfrm>
          <a:prstGeom prst="roundRect">
            <a:avLst>
              <a:gd name="adj" fmla="val 5814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46520" y="1700784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4.6×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92240" y="2468880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กินค่าต่ำน้อยลง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83880" y="1572768"/>
            <a:ext cx="1645920" cy="1572768"/>
          </a:xfrm>
          <a:prstGeom prst="roundRect">
            <a:avLst>
              <a:gd name="adj" fmla="val 5814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0" y="1700784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E56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p=.0002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75320" y="2468880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10 ซีด · แยกขาด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966960" y="1572768"/>
            <a:ext cx="1645920" cy="1572768"/>
          </a:xfrm>
          <a:prstGeom prst="roundRect">
            <a:avLst>
              <a:gd name="adj" fmla="val 5814"/>
            </a:avLst>
          </a:prstGeom>
          <a:solidFill>
            <a:srgbClr val="F7E9E7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012680" y="1700784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235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0/12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0058400" y="2468880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เมินโดยไม่เคยชิม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34290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6EEDD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3566160"/>
            <a:ext cx="47548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B7791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หลักฐานเชิงสาเหตุ: </a:t>
            </a:r>
            <a:r>
              <a:rPr lang="en-US" sz="145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ไม่มีเอเจนต์สักตัวที่เมินอาหารค่าต่ำโดยไม่เคยชิมอาหารที่ดีกว่าก่อน → พฤติกรรมมาจากประสบการณ์ตรง ไม่ใช่กฎที่เขียนใส่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องก์ 1 (ต่อ): เลี่ยง "พิษคงที่" ได้เอง</a:t>
            </a:r>
            <a:endParaRPr lang="en-US" sz="3000" dirty="0"/>
          </a:p>
        </p:txBody>
      </p:sp>
      <p:pic>
        <p:nvPicPr>
          <p:cNvPr id="5" name="Image 0" descr="C:\artificial-evolution\reports\figures\toxin_fig3_learning_curv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554480"/>
            <a:ext cx="6583680" cy="4023360"/>
          </a:xfrm>
          <a:prstGeom prst="rect">
            <a:avLst/>
          </a:prstGeom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498080" y="1737360"/>
            <a:ext cx="41148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ใส่อาหารที่มีพิษคงที่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เริ่มจากลองชิม พอรู้ว่าไม่คุ้ม → เลี่ยงเองตลอด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ความน่าจะเป็นที่เลือกกิน ~100% → ใกล้ 0% ในไม่กี่รอบ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ไม่ได้เขียนกฎให้เลี่ยง — เรียนจากผลจริงล้วน ๆ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องก์ 2 (หมัดเด็ด): "พิษที่หายได้" หลอกให้กินพิษมากขึ้น</a:t>
            </a:r>
            <a:endParaRPr lang="en-US" sz="3000" dirty="0"/>
          </a:p>
        </p:txBody>
      </p:sp>
      <p:pic>
        <p:nvPicPr>
          <p:cNvPr id="5" name="Image 0" descr="C:\artificial-evolution\reports\figures\toxin_multiseed_ci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417320"/>
            <a:ext cx="7498080" cy="3063240"/>
          </a:xfrm>
          <a:prstGeom prst="rect">
            <a:avLst/>
          </a:prstGeom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183880" y="1554480"/>
            <a:ext cx="1691640" cy="1572768"/>
          </a:xfrm>
          <a:prstGeom prst="roundRect">
            <a:avLst>
              <a:gd name="adj" fmla="val 5814"/>
            </a:avLst>
          </a:prstGeom>
          <a:solidFill>
            <a:srgbClr val="F7E9E7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682496"/>
            <a:ext cx="1600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235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63%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75320" y="2450592"/>
            <a:ext cx="15087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ถูกหลอกที่พิษ 30%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12680" y="1554480"/>
            <a:ext cx="1600200" cy="1572768"/>
          </a:xfrm>
          <a:prstGeom prst="roundRect">
            <a:avLst>
              <a:gd name="adj" fmla="val 5814"/>
            </a:avLst>
          </a:prstGeom>
          <a:solidFill>
            <a:srgbClr val="F7E9E7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0" y="1682496"/>
            <a:ext cx="15087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235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99%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0104120" y="2450592"/>
            <a:ext cx="141732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กับกฎ softmax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7E9E7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4892040"/>
            <a:ext cx="106070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อาหารสด = พิษ / เก็บไว้ = ปลอดภัย  →  AI มองไม่เห็น "อายุ" เรียนได้แค่ค่าเฉลี่ยที่สูงกว่าอาหารปลอดภัย  →  </a:t>
            </a:r>
            <a:r>
              <a:rPr lang="en-US" sz="1700" b="1" dirty="0">
                <a:solidFill>
                  <a:srgbClr val="B235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พลิกจากการ "เลี่ยง" เป็นการ "ไล่ล่า"</a:t>
            </a:r>
            <a:r>
              <a:rPr lang="en-US" sz="17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 (กินพิษจริงราว 30% ของมื้อ)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ไม่ใช่ฟลุก และ AI เล็งช่วงปลอดภัยไม่ได้</a:t>
            </a:r>
            <a:endParaRPr lang="en-US" sz="3000" dirty="0"/>
          </a:p>
        </p:txBody>
      </p:sp>
      <p:pic>
        <p:nvPicPr>
          <p:cNvPr id="5" name="Image 0" descr="C:\artificial-evolution\reports\figures\toxin_learner_compariso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554480"/>
            <a:ext cx="6126480" cy="3931920"/>
          </a:xfrm>
          <a:prstGeom prst="rect">
            <a:avLst/>
          </a:prstGeom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949440" y="1554480"/>
            <a:ext cx="2194560" cy="1572768"/>
          </a:xfrm>
          <a:prstGeom prst="roundRect">
            <a:avLst>
              <a:gd name="adj" fmla="val 5814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95160" y="1682496"/>
            <a:ext cx="21031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×4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40880" y="2450592"/>
            <a:ext cx="201168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กฎการเรียนรู้มาตรฐานที่ทดสอบ — ถูกหลอกทุกแบบ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372600" y="1554480"/>
            <a:ext cx="2240280" cy="1572768"/>
          </a:xfrm>
          <a:prstGeom prst="roundRect">
            <a:avLst>
              <a:gd name="adj" fmla="val 5814"/>
            </a:avLst>
          </a:prstGeom>
          <a:solidFill>
            <a:srgbClr val="F7E9E7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18320" y="1682496"/>
            <a:ext cx="21488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235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464040" y="2450592"/>
            <a:ext cx="205740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แยก "ช่วงปลอดภัย" ของพิษไม่โมโนโทนิกไม่ได้เลย</a:t>
            </a:r>
            <a:endParaRPr lang="en-US" sz="1200" dirty="0"/>
          </a:p>
        </p:txBody>
      </p:sp>
      <p:pic>
        <p:nvPicPr>
          <p:cNvPr id="12" name="Image 1" descr="C:\artificial-evolution\reports\figures\toxin_window_sim_resul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0" y="3246120"/>
            <a:ext cx="4663440" cy="1874520"/>
          </a:xfrm>
          <a:prstGeom prst="rect">
            <a:avLst/>
          </a:prstGeom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ทำไมสำคัญ: หลักการความปลอดภัย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F6E56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ที่ตัดสินจาก "ชนิด" ของสิ่งของ จะพลาดเมื่ออันตรายขึ้นกับ "สภาพ" (อายุ/เวลา) ที่มองไม่เห็น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9" name="Text 7"/>
          <p:cNvSpPr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เห็ดพิษ / อาหารหมักดอง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A7B77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ระบบเตือนภัยที่เรียนแบบ "ค่าเฉลี่ย" อาจตัดสินผิดด้วยกลไก lure เดียวกัน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320040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3474720"/>
            <a:ext cx="640080" cy="640080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13" name="Text 11"/>
          <p:cNvSpPr/>
          <p:nvPr/>
        </p:nvSpPr>
        <p:spPr>
          <a:xfrm>
            <a:off x="452628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4297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หุ่นยนต์กู้ภัย/สำรวจ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A7B77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ต้องตัดสินความปลอดภัยเองในที่ที่อันตรายโผล่เป็นช่วง 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320040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3474720"/>
            <a:ext cx="640080" cy="640080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17" name="Text 15"/>
          <p:cNvSpPr/>
          <p:nvPr/>
        </p:nvSpPr>
        <p:spPr>
          <a:xfrm>
            <a:off x="822960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4297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บทเรียนออกแบบ AI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A7B77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ต้องให้ AI รับรู้ "สภาพ/อายุ" ไม่ใช่แค่ "ชนิด"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6E56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601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ความซื่อสัตย์: อ้างได้ vs ยังไม่ควรอ้าง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EAF3EF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6E56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✓ อ้างได้ (พิสูจน์แล้ว)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เรียนเลือกอาหารคุ้มค่า/เลี่ยงพิษคงที่ได้เอง (หลายซีด + control)</a:t>
            </a:r>
            <a:endParaRPr lang="en-US" sz="15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การเรียนต่อชนิดถูกล่อโดยพิษที่หายได้ — ทั่วไปข้ามกฎ 4 แบบ</a:t>
            </a:r>
            <a:endParaRPr lang="en-US" sz="15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แยกช่วงปลอดภัย = 0 เป็นผลเชิงโครงสร้าง (ไม่ขึ้นกับกฎ)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7E9E7"/>
          </a:solidFill>
          <a:effectLst>
            <a:outerShdw blurRad="76200" dist="25400" dir="5400000" algn="bl" rotWithShape="0">
              <a:srgbClr val="9AA6A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235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✕ ยังไม่ควรอ้าง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"เข้าใจ" หรือมีเจตนา/รู้คิด</a:t>
            </a:r>
            <a:endParaRPr lang="en-US" sz="15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AI วางแผน/ตั้งใจกินพิษ หรือแปรรูปอาหารได้แล้ว</a:t>
            </a:r>
            <a:endParaRPr lang="en-US" sz="15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2E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ต้นทุนการอยู่รอดจริง — ผลนี้วัดจาก "ค่าที่รับรู้" ในสภาพควบคุม ยังไม่วัดการตายจริง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7791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สรุป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ปัญญาประดิษฐ์เรียนรู้เองได้จริงโดยไม่ต้องมีป้าย </a:t>
            </a:r>
            <a:endParaRPr lang="en-US" sz="2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BE3E0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แต่เมื่ออันตรายเปลี่ยนตามเวลา มันถูกหลอกให้ไล่ล่าอันตรายได้ (สูงถึง 99%)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FC6BD"/>
                </a:solidFill>
                <a:latin typeface="Tahoma" panose="020B0604030504040204" pitchFamily="34" charset="0"/>
                <a:ea typeface="Tahoma" panose="020B0604030504040204" pitchFamily="34" charset="-122"/>
                <a:cs typeface="Tahoma" panose="020B0604030504040204" pitchFamily="34" charset="-120"/>
              </a:rPr>
              <a:t>ขอบคุณครับ — นายชิษณุพงศ์ อินทร์จันทร์ · โรงเรียนดีบุกพังงาวิทยายน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2693</Words>
  <Application>WPS Presentation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Tahoma</vt:lpstr>
      <vt:lpstr>Tahoma</vt:lpstr>
      <vt:lpstr>Tahoma</vt:lpstr>
      <vt:lpstr>Calibri</vt:lpstr>
      <vt:lpstr>Microsoft YaHei</vt:lpstr>
      <vt:lpstr>Cordia New</vt:lpstr>
      <vt:lpstr>TH Sarabun PSK</vt:lpstr>
      <vt:lpstr>Arial Unicode MS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sstangkh73 Ch</cp:lastModifiedBy>
  <cp:revision>3</cp:revision>
  <dcterms:created xsi:type="dcterms:W3CDTF">2026-07-16T09:44:00Z</dcterms:created>
  <dcterms:modified xsi:type="dcterms:W3CDTF">2026-07-17T10:09:28Z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798388BEE9514C1F81BF6EFF88554CCF_12</vt:lpwstr>
  </property>
  <property fmtid="{D5CDD505-2E9C-101B-9397-08002B2CF9AE}" pid="3" name="KSOProductBuildVer">
    <vt:lpwstr>1054-12.1.0.26880</vt:lpwstr>
  </property>
</Properties>
</file>